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99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FD42-8B02-43D2-BAAC-14B82E7BA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76E1F-E947-47B1-AA6E-9AB0BFDD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344D5-4C05-4DBF-8720-A8FE443F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C59C2-9D4A-42D7-A660-005B297B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38B50-C581-4CC3-9C91-0C6049E6A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99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F41-74C0-4686-BF9F-C2A81786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B5A6B-2C78-4A1A-A429-40DB1025F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29A68-C455-47A1-99C8-B46A61CE6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CAABE-FB60-4577-8248-2CD9F5C5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F62B5-9D60-42DA-832C-947D3668D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4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A1407-68D7-47AD-8F01-5D835750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A83CA-5965-4C5F-8DCB-C60E894D5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BB39-DC63-4C49-B565-DD67D555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14834-E5DD-4384-A22C-9CCB13338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C7C70-FC63-46B5-9DA6-C210F4C80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7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B4D0-BB88-49B3-941E-0F1465375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66978-0D9C-420F-A87D-4C11B7953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F49D4-363D-4182-9271-962589100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BD495-5438-4797-91FA-B8EAA3014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7B55E-8418-432F-87C5-DB607921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9CCDC-E240-47CC-9C42-BFD613E2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5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BB1E6-ED01-4C2E-B43D-89ED2FA50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8A283-322D-4E57-A345-C012F5333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C1FA9-5994-4FF1-A12B-388FF8D26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89941-3E34-4A7B-97D0-0D8FCAB92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C96BE-F04E-4A3C-8B1A-CBD17DB9C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13962-0D7E-45AF-A18C-85D6C4ED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0D3238-4A21-4397-92E5-6F756A7A8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8D20D-2953-427D-9FAC-8B3497C1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3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ECC4-75C2-4EFE-845A-BE2BF59F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C3F8A-1092-4444-B84A-8EA14EE0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33647-A6A7-4441-BD77-DE507966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2CF1A-CDEB-475A-ABBF-4EB6FCE5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5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E9F24-7B6F-4335-BD72-07A4D071A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6C82ED-BF70-432A-8B6E-654BD477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E6F4D-6CF2-4BD7-93A8-A598BBAD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9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9D255-4408-4FD0-A305-FACA452CC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9CD47-E44F-49ED-9B70-29010B4CE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C245E2-7169-4B4F-8EFF-331E5A57B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DFEDA-FA9C-4ECF-A5C5-703CFA60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41E8E-930A-4CCE-8D2B-5BCCFF27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A35A2-537C-4407-AF11-F6949FBA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74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499F-0529-47A8-90A3-266C5751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34370-D63E-46FD-BD1C-F66EDB8BAE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82FD3-D966-442E-AF3D-62F6B68CC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88653-DCC5-48FC-BF04-A7ECA71E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BC074-394A-4D84-B5E7-C8281B194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1E83A-4258-4163-B6DA-B7E55A88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8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A37AC-6856-4D8D-B5F4-0C8C2781D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21A45-ADE0-43E1-A5B8-794292312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6E5D3-72DC-4AFF-99F0-37187254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B30C7-AFBC-49C1-BBE6-9663C1579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04E2C-AB76-49D9-B472-37BE5A13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41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B9DE40-8436-4DC4-9CB8-720EF38A7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965D3-460D-4927-915A-86E8A8564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14852-4AAA-466A-88C8-36B10D8A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86139-7BA1-454F-B0BD-4080ADF93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05BA3-2502-48D2-923A-34C78417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11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E1256-4783-4D20-A3CD-BD20D051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9F696-F46C-47C4-ADE8-C5AEC2819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FAA1A-F4AB-4A10-B3F8-CF728207A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9AC31B-84D8-4A81-B175-0CC11868402F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46250-E859-490B-9870-911D78C74D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633C7-2C97-42DA-B694-B1BA76869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D151D-27C1-4407-902F-D2B576C4F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8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F60E-0D4F-411A-AFB7-37932B3A70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Decred</a:t>
            </a:r>
            <a:r>
              <a:rPr lang="en-US" dirty="0"/>
              <a:t> On-Chain Indicators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8A817-FF75-4706-833A-496DDA477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Format for indicator presentation:</a:t>
            </a:r>
          </a:p>
          <a:p>
            <a:pPr marL="457200" indent="-457200">
              <a:buAutoNum type="arabicParenBoth"/>
            </a:pPr>
            <a:r>
              <a:rPr lang="en-US" dirty="0"/>
              <a:t>Chart / Indicator Name</a:t>
            </a:r>
          </a:p>
          <a:p>
            <a:pPr marL="457200" indent="-457200">
              <a:buAutoNum type="arabicParenBoth"/>
            </a:pPr>
            <a:r>
              <a:rPr lang="en-US" dirty="0"/>
              <a:t>Calculation for Indicator</a:t>
            </a:r>
          </a:p>
        </p:txBody>
      </p:sp>
    </p:spTree>
    <p:extLst>
      <p:ext uri="{BB962C8B-B14F-4D97-AF65-F5344CB8AC3E}">
        <p14:creationId xmlns:p14="http://schemas.microsoft.com/office/powerpoint/2010/main" val="389233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7EA70-0D05-470B-8833-77C47AFF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1: ON-CHAIN DCRBTC PRICE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10E22C-6E08-49CF-AA9D-DBEFAFA1A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96" y="1675227"/>
            <a:ext cx="960480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3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4DFD-D861-4B57-ABD3-973777B1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ON-CHAIN DCRBTC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B6D29-B5D1-4A2C-8E85-F0FA422A5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u="sng" dirty="0">
                <a:solidFill>
                  <a:srgbClr val="FF0000"/>
                </a:solidFill>
              </a:rPr>
              <a:t>DCRUSD REALIZED PRICE</a:t>
            </a:r>
          </a:p>
          <a:p>
            <a:pPr marL="0" indent="0" algn="ctr">
              <a:buNone/>
            </a:pPr>
            <a:r>
              <a:rPr lang="en-US" sz="5400" dirty="0">
                <a:solidFill>
                  <a:srgbClr val="0070C0"/>
                </a:solidFill>
              </a:rPr>
              <a:t>BTCUSD REALIZED PRICE</a:t>
            </a:r>
          </a:p>
        </p:txBody>
      </p:sp>
    </p:spTree>
    <p:extLst>
      <p:ext uri="{BB962C8B-B14F-4D97-AF65-F5344CB8AC3E}">
        <p14:creationId xmlns:p14="http://schemas.microsoft.com/office/powerpoint/2010/main" val="18193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1A356-35C9-4E9F-93B7-D2706418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2: 142 DAY HODLER CONVERSION 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8D0D8-1103-4B5E-B7C9-819495661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09" y="1675227"/>
            <a:ext cx="1046238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0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67B3-0EFE-4EA7-8BCC-15F429ED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142 DAY HODLER CONVERSION RATE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FCD38-0DA9-47D7-99BE-4D37183D1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0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27B4B-392D-4B50-B0C6-59829D81F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8487"/>
            <a:ext cx="12192000" cy="681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184048-0833-4AB9-A62E-2BECD223BF46}"/>
              </a:ext>
            </a:extLst>
          </p:cNvPr>
          <p:cNvSpPr txBox="1"/>
          <p:nvPr/>
        </p:nvSpPr>
        <p:spPr>
          <a:xfrm>
            <a:off x="744717" y="4025246"/>
            <a:ext cx="1121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“TOTAL SUM OF DCR MOVED OVER 142 DAYS” ON COINMETRICS = </a:t>
            </a:r>
            <a:r>
              <a:rPr lang="en-US" b="1" dirty="0" err="1">
                <a:solidFill>
                  <a:srgbClr val="00B050"/>
                </a:solidFill>
              </a:rPr>
              <a:t>TxTfrValNtv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72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61AC0-9D39-46E8-9F78-673B3BFE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3: OVER / UNDER BOUGHT TICKET MEASURE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1C71E-E4AF-4722-9393-0583C98EC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59" y="1675227"/>
            <a:ext cx="1004388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FBA8-D53C-45AC-9D9F-4CFB6275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OVER / UNDER BOUGHT TICKET MEASURE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E31D-D931-4763-88A3-14C80FF68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u="sng" dirty="0">
                <a:solidFill>
                  <a:srgbClr val="FF0000"/>
                </a:solidFill>
              </a:rPr>
              <a:t>DCR SUM IN TICKETS OVER 28 DAYS</a:t>
            </a:r>
          </a:p>
          <a:p>
            <a:pPr marL="0" indent="0" algn="ctr">
              <a:buNone/>
            </a:pPr>
            <a:r>
              <a:rPr lang="en-US" sz="5400" dirty="0">
                <a:solidFill>
                  <a:srgbClr val="0070C0"/>
                </a:solidFill>
              </a:rPr>
              <a:t>DCR SUM IN TICKETS OVER 142 DAYS</a:t>
            </a:r>
          </a:p>
        </p:txBody>
      </p:sp>
    </p:spTree>
    <p:extLst>
      <p:ext uri="{BB962C8B-B14F-4D97-AF65-F5344CB8AC3E}">
        <p14:creationId xmlns:p14="http://schemas.microsoft.com/office/powerpoint/2010/main" val="4021664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61AC0-9D39-46E8-9F78-673B3BFE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4: TRANSACTIONAL VOLATILITY RATIO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2A957-D4FA-460D-9886-5746B40FC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27" y="1675227"/>
            <a:ext cx="910714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1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04666-7826-4856-BD93-B93789816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4: TRANSACTIONAL VOLATILITY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133D0-4905-4A19-95E2-F5A312BD6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u="sng" dirty="0">
                <a:solidFill>
                  <a:srgbClr val="FF0000"/>
                </a:solidFill>
              </a:rPr>
              <a:t>SUM OF DCR MOVED IN STANDARD TXS OVER 28 DAYS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70C0"/>
                </a:solidFill>
              </a:rPr>
              <a:t>SUM OF DCR MOVED IN STANDARD TXS OVER 142 DAYS</a:t>
            </a:r>
          </a:p>
          <a:p>
            <a:pPr marL="0" indent="0" algn="ctr">
              <a:buNone/>
            </a:pP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NOTE: “SUM OF DCR MOVED” ON COINMETRICS = </a:t>
            </a:r>
            <a:r>
              <a:rPr lang="en-US" b="1" dirty="0" err="1">
                <a:solidFill>
                  <a:srgbClr val="00B050"/>
                </a:solidFill>
              </a:rPr>
              <a:t>TxTfrValAdjNtv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871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5: ON-CHAIN THROUGHPUT THERMOMETER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76EFA-CB75-42F6-82EE-9C2945509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883" y="1675227"/>
            <a:ext cx="8330233" cy="439419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AE3CB6E-5B4B-47DB-B9B7-7583DAFF86C4}"/>
              </a:ext>
            </a:extLst>
          </p:cNvPr>
          <p:cNvSpPr/>
          <p:nvPr/>
        </p:nvSpPr>
        <p:spPr>
          <a:xfrm>
            <a:off x="6943344" y="2066544"/>
            <a:ext cx="883920" cy="420624"/>
          </a:xfrm>
          <a:prstGeom prst="ellipse">
            <a:avLst/>
          </a:prstGeom>
          <a:solidFill>
            <a:srgbClr val="0699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3825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AD54-B87E-46B6-B6A5-F7D42DE6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5: ON-CHAIN THROUGHPUT THERMOMETER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67415-FE8B-4B11-A599-EA70690F3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COINS MOVED ON COINMETRICS = </a:t>
            </a:r>
            <a:r>
              <a:rPr lang="en-US" b="1" dirty="0" err="1">
                <a:solidFill>
                  <a:srgbClr val="00B050"/>
                </a:solidFill>
              </a:rPr>
              <a:t>TxTfrValAdjNtv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0A492-FBE3-4F36-BE65-2C4D5C55B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" y="3363446"/>
            <a:ext cx="12192000" cy="85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4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6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142-DAY TIX VOL SUM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CD4FF-64A8-495F-A310-416D5C0DC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728" y="1696825"/>
            <a:ext cx="9605913" cy="474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8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0032-957E-4ACE-99E6-D649861B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6: 142-DAY TIX VOL 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651A2-8B53-490A-9E58-441C773EB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RED LINE = 142-DAY SUM OF USD VALUE TICKET VOLUME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GREEN LINE = 25% OF RED LINE</a:t>
            </a:r>
          </a:p>
        </p:txBody>
      </p:sp>
    </p:spTree>
    <p:extLst>
      <p:ext uri="{BB962C8B-B14F-4D97-AF65-F5344CB8AC3E}">
        <p14:creationId xmlns:p14="http://schemas.microsoft.com/office/powerpoint/2010/main" val="140268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F5203-EDFF-45D4-8926-E20C2F7E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7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MAX VOL RATIO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04ED6E-CA9F-4E56-B5B8-09D16B3A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054" y="1675227"/>
            <a:ext cx="944989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60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ED7DB-1338-4329-A866-EDA4B8A7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7: MAX VOL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96956-18B8-4F76-BDAF-DEA7841D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CALCULATION: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200" b="1" u="sng" dirty="0">
                <a:solidFill>
                  <a:srgbClr val="FF0000"/>
                </a:solidFill>
              </a:rPr>
              <a:t>MARKET CAP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0070C0"/>
                </a:solidFill>
              </a:rPr>
              <a:t>(MAX 288 BLOCK USD SUM IN TIX OVER PAST 28 DAYS) * 28</a:t>
            </a:r>
          </a:p>
        </p:txBody>
      </p:sp>
    </p:spTree>
    <p:extLst>
      <p:ext uri="{BB962C8B-B14F-4D97-AF65-F5344CB8AC3E}">
        <p14:creationId xmlns:p14="http://schemas.microsoft.com/office/powerpoint/2010/main" val="232986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Widescreen</PresentationFormat>
  <Paragraphs>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Decred On-Chain Indicators</vt:lpstr>
      <vt:lpstr>1: ON-CHAIN DCRBTC PRICE</vt:lpstr>
      <vt:lpstr>1: ON-CHAIN DCRBTC PRICE</vt:lpstr>
      <vt:lpstr>2: 142 DAY HODLER CONVERSION RATE</vt:lpstr>
      <vt:lpstr>2: 142 DAY HODLER CONVERSION RATE</vt:lpstr>
      <vt:lpstr>3: OVER / UNDER BOUGHT TICKET MEASURE</vt:lpstr>
      <vt:lpstr>3: OVER / UNDER BOUGHT TICKET MEASURE</vt:lpstr>
      <vt:lpstr>4: TRANSACTIONAL VOLATILITY RATIO</vt:lpstr>
      <vt:lpstr>4: TRANSACTIONAL VOLATILITY RATIO</vt:lpstr>
      <vt:lpstr>5: ON-CHAIN THROUGHPUT THERMOMETER</vt:lpstr>
      <vt:lpstr>5: ON-CHAIN THROUGHPUT THERMOMETER</vt:lpstr>
      <vt:lpstr>6: 142-DAY TIX VOL SUM</vt:lpstr>
      <vt:lpstr>6: 142-DAY TIX VOL SUM</vt:lpstr>
      <vt:lpstr>7: MAX VOL RATIO</vt:lpstr>
      <vt:lpstr>7: MAX VOL RATIO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Decred On-Chain Indicators</dc:title>
  <dc:creator>Jawdy</dc:creator>
  <cp:lastModifiedBy>James Care</cp:lastModifiedBy>
  <cp:revision>4</cp:revision>
  <dcterms:created xsi:type="dcterms:W3CDTF">2020-03-24T21:58:23Z</dcterms:created>
  <dcterms:modified xsi:type="dcterms:W3CDTF">2020-03-27T10:01:52Z</dcterms:modified>
</cp:coreProperties>
</file>